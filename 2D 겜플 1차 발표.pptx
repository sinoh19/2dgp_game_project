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F27B5-65AD-4DD6-9E0E-CF7F1DFE44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E48FC-B6C8-4577-A9EF-A757F39011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81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 err="1"/>
              <a:t>겜플</a:t>
            </a:r>
            <a:r>
              <a:rPr lang="ko-KR" altLang="en-US" dirty="0"/>
              <a:t> 대본</a:t>
            </a:r>
          </a:p>
          <a:p>
            <a:r>
              <a:rPr lang="ko-KR" altLang="en-US" dirty="0"/>
              <a:t>안녕하십니까 </a:t>
            </a:r>
            <a:r>
              <a:rPr lang="en-US" altLang="ko-KR" dirty="0"/>
              <a:t>2022184049 </a:t>
            </a:r>
            <a:r>
              <a:rPr lang="ko-KR" altLang="en-US" dirty="0"/>
              <a:t>함민규 </a:t>
            </a:r>
            <a:r>
              <a:rPr lang="en-US" altLang="ko-KR" dirty="0"/>
              <a:t>1</a:t>
            </a:r>
            <a:r>
              <a:rPr lang="ko-KR" altLang="en-US" dirty="0"/>
              <a:t>차 발표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E48FC-B6C8-4577-A9EF-A757F39011E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1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플레이는 몬스터를 쓰러뜨리며 성장하고 최종적으로는 보스가 존재하는 방에 도달해 게임을 클리어 하는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캐릭터는 전투를 통해 아이템을 얻어 능력치 강화 및 새로운 기술을 해금합니다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새로 </a:t>
            </a:r>
            <a:r>
              <a:rPr lang="ko-KR" altLang="en-US" dirty="0" err="1"/>
              <a:t>얻게되는</a:t>
            </a:r>
            <a:r>
              <a:rPr lang="ko-KR" altLang="en-US" dirty="0"/>
              <a:t> 기술은 플레이어가 키 조합을 통해 사용을 하게 됩니다</a:t>
            </a:r>
            <a:r>
              <a:rPr lang="en-US" altLang="ko-KR" dirty="0"/>
              <a:t>. </a:t>
            </a:r>
            <a:r>
              <a:rPr lang="ko-KR" altLang="en-US" dirty="0"/>
              <a:t>단순히 키를 눌러서 사용하는 것이 아니라 플레이어는 새로 </a:t>
            </a:r>
            <a:r>
              <a:rPr lang="ko-KR" altLang="en-US" dirty="0" err="1"/>
              <a:t>얻게된</a:t>
            </a:r>
            <a:r>
              <a:rPr lang="ko-KR" altLang="en-US" dirty="0"/>
              <a:t> 기술을 사용하기 위해서는 커맨드를 숙지할 필요성이 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어두은</a:t>
            </a:r>
            <a:r>
              <a:rPr lang="ko-KR" altLang="en-US" dirty="0"/>
              <a:t> 분위기와 긴장감을 주는 배경음악을 사용하여 플레이어로 하여금 </a:t>
            </a:r>
            <a:r>
              <a:rPr lang="ko-KR" altLang="en-US" dirty="0" err="1"/>
              <a:t>어느정도의</a:t>
            </a:r>
            <a:r>
              <a:rPr lang="ko-KR" altLang="en-US" dirty="0"/>
              <a:t> 압박감을 주어 게임에 좀 더 몰입할 수 있는 분위기를 제공합니다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스테이지 기반 형식으로 진행되며 스테이지를 클리어 할 수록 몬스터의 숫자</a:t>
            </a:r>
            <a:r>
              <a:rPr lang="en-US" altLang="ko-KR" dirty="0"/>
              <a:t>, </a:t>
            </a:r>
            <a:r>
              <a:rPr lang="ko-KR" altLang="en-US" dirty="0"/>
              <a:t>난이도가 달라집니다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E48FC-B6C8-4577-A9EF-A757F39011E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711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메인화면은</a:t>
            </a:r>
            <a:r>
              <a:rPr lang="ko-KR" altLang="en-US" dirty="0"/>
              <a:t> 간단하게 구성합니다</a:t>
            </a:r>
            <a:r>
              <a:rPr lang="en-US" altLang="ko-KR" dirty="0"/>
              <a:t>. </a:t>
            </a:r>
            <a:r>
              <a:rPr lang="ko-KR" altLang="en-US" dirty="0"/>
              <a:t>게임시작 설정 게임종료 </a:t>
            </a:r>
            <a:r>
              <a:rPr lang="en-US" altLang="ko-KR" dirty="0"/>
              <a:t>3</a:t>
            </a:r>
            <a:r>
              <a:rPr lang="ko-KR" altLang="en-US" dirty="0"/>
              <a:t>가지로 구성되며 게임 데이터는 게임 내부의 세이브 포인트가 존재해 그 세이브 포인트에 도달해야 저장됩니다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키보드를 통한 전투로 구성되며 스테이지 초반에는 점프와 공격과 같은 기본적인 동작만을 이용해 게임을 클리어 </a:t>
            </a:r>
            <a:r>
              <a:rPr lang="ko-KR" altLang="en-US" dirty="0" err="1"/>
              <a:t>해야합니다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E48FC-B6C8-4577-A9EF-A757F39011E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242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몬스터를 처치하면 일정확률로 </a:t>
            </a:r>
            <a:r>
              <a:rPr lang="ko-KR" altLang="en-US" dirty="0" err="1"/>
              <a:t>드롭되며</a:t>
            </a:r>
            <a:r>
              <a:rPr lang="ko-KR" altLang="en-US" dirty="0"/>
              <a:t> 아이템은 소지할 수 있는 개수가 정해져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 게임 스타일에 맞는 스타일의 스킬을 해금하는 아이템만을 소지해 플레이 </a:t>
            </a:r>
            <a:r>
              <a:rPr lang="ko-KR" altLang="en-US" dirty="0" err="1"/>
              <a:t>해야합니다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스테이지 마지막에는 보스 몬스터가 존재하며 지금까지 모은 아이템을 이용해 보스를 처치하면 게임이 클리어 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E48FC-B6C8-4577-A9EF-A757F39011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9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99B0F-0C35-85EE-F3AC-10FA2F590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DC7A85-F71D-D2CC-7D98-B4C2CEA6D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4E3F5-CEC6-CECD-8AC4-DE5E3B6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10AF7-9532-A9AE-F9FA-9F918D12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1031F-6B1B-DCC0-913C-729EE089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9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91219-7D25-94C1-1093-1129C239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FF428-7979-55CA-FACA-26EBFF723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6ADAE-A05A-CCF6-A7DA-4545ED1C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45D5D-3A92-AAD8-B12A-7D86009B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89467-1BC5-AB5F-45FA-DABB2AD7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25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CB294-8B69-8A08-3318-77A2228D6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B985C-16F1-A830-10FB-9FE352C92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3FFF-5333-73AB-E79E-72EC835E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93FC2-352E-FC28-1C5A-5606B060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FCBEEB-7440-2C7D-EB5F-26F4FD4D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F3928-936E-1A1F-E9DA-D49F3C35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DC2FF-5742-BE7C-92B3-83A4B5686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DD19C8-823D-AB3C-A887-79777072C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4560FB-3D7A-1721-ACE7-AAD1D72A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4FDE-0E00-46A6-FB29-51125947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556F05-5B2B-66C8-1F4C-6049CF97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426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5EAF7-9024-64C3-8C8C-4FB55BCE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32B76-D3EC-CC8F-6EC4-D266B08CF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456F04-FABA-6807-6C41-E36798C9D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D76377-CBCF-7EBD-7D74-8622033F2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BB6519-0743-15B4-A1BA-ACA38C40D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334E91-512F-B281-97B7-C25D37F0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9014E9-85C0-BC83-8EF6-C660E4BC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B0F3C3-7F40-74E7-ACBB-CED710E1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44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7E903-E729-A370-C2C4-4BE55D6B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44A147-1BE8-BD2A-6DA6-2BA5177C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856275-D09F-C954-528B-2B24DDFB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90072C-7529-A18D-D220-814F1562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79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C6BE16-4906-7732-7284-1E11944B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89428B-FA67-34FE-E38B-5BBC6AB5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1D214-76F6-6753-0BE0-3FD0B27F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26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3B624-0F4A-D090-4FBF-1F7B58F8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844D9-970D-0512-BEED-AB5064A22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3533EE-0396-BD86-F237-68E7E9702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0C59E-20DE-610A-D5E1-EAF28E3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102D15-3803-C740-C110-E52AEEEF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82B790-41E1-0BA4-106A-E302E312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00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1F39A-0778-8CA8-DFD9-505C25F6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16F70F-5DC6-AA39-4C2F-FD5137453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72C64-F898-F04D-F1DE-42A89D54C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FB7199-2025-767A-3070-55D1B2FC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7F35CE-0A7B-6E8E-1A4C-407304BC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C95400-41EE-F342-1946-C7CEAEC4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54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107EE-FF34-A99A-5913-41682917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4E0786-289B-34C1-F39D-C1F3710D0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8FB51-558C-B97F-D1A7-63E790FA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9A6ED-5A6B-1726-1E9C-BB2B8C9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81D9E-C306-3712-4ED5-12F32FFD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96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602D94-9D4A-35F9-88A4-79DE6BA5D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5E7205-1190-09DD-3941-4A742C653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825A9-6457-07A1-669B-B0C3D8DA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D7A5B-8E7F-EA80-073C-DE345EED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56EA7-3997-C694-0356-6B80143A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89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7C1A55-9586-E5B4-6001-666BD978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7409DF-497D-4764-75BE-335A38820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2AFB9-DC43-9516-9B7A-9F4684B0B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2C57A-145F-40EA-B43E-F27BE561DA9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36F74B-ACA3-7A2E-6EEB-4AE0E619E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2E938-7142-37EA-3668-329808EA7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79E8C-CD5E-41CA-B3F0-D21104BE2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14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7267"/>
            <a:ext cx="12192000" cy="24807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3" y="474134"/>
            <a:ext cx="11303000" cy="5909733"/>
          </a:xfrm>
          <a:prstGeom prst="rect">
            <a:avLst/>
          </a:prstGeom>
          <a:effectLst>
            <a:outerShdw blurRad="1953717" dist="340702" dir="5400000">
              <a:srgbClr val="A7A7A7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2472267" y="4478867"/>
            <a:ext cx="7247467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altLang="ko-KR" sz="1733" dirty="0">
                <a:solidFill>
                  <a:srgbClr val="A7A7A7"/>
                </a:solidFill>
                <a:latin typeface="+mj-ea"/>
                <a:ea typeface="+mj-ea"/>
              </a:rPr>
              <a:t>2022184049 </a:t>
            </a:r>
            <a:r>
              <a:rPr lang="ko-KR" altLang="en-US" sz="1733" dirty="0">
                <a:solidFill>
                  <a:srgbClr val="A7A7A7"/>
                </a:solidFill>
                <a:latin typeface="+mj-ea"/>
                <a:ea typeface="+mj-ea"/>
              </a:rPr>
              <a:t>함민규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8133" y="2887133"/>
            <a:ext cx="872067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6000" dirty="0">
                <a:solidFill>
                  <a:srgbClr val="0068F2"/>
                </a:solidFill>
                <a:latin typeface="LINE Seed Sans KR Regular"/>
              </a:rPr>
              <a:t>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63800" y="2878667"/>
            <a:ext cx="7264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/>
            <a:r>
              <a:rPr lang="en-US" altLang="ko-KR" sz="2933" b="1" dirty="0">
                <a:solidFill>
                  <a:srgbClr val="363636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2D </a:t>
            </a:r>
            <a:r>
              <a:rPr lang="ko-KR" altLang="en-US" sz="2933" b="1" dirty="0">
                <a:solidFill>
                  <a:srgbClr val="363636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게임 프로그래밍 </a:t>
            </a:r>
            <a:r>
              <a:rPr lang="en-US" altLang="ko-KR" sz="2933" b="1" dirty="0">
                <a:solidFill>
                  <a:srgbClr val="363636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</a:t>
            </a:r>
            <a:r>
              <a:rPr lang="ko-KR" altLang="en-US" sz="2933" b="1" dirty="0">
                <a:solidFill>
                  <a:srgbClr val="363636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차 발표</a:t>
            </a:r>
            <a:endParaRPr lang="en-US" altLang="ko-KR" sz="2933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01800" y="2887133"/>
            <a:ext cx="872067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6000" dirty="0">
                <a:solidFill>
                  <a:srgbClr val="0068F2"/>
                </a:solidFill>
                <a:latin typeface="LINE Seed Sans KR Regular"/>
              </a:rPr>
              <a:t>[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7AEF-01E6-CFB8-CF87-BC76FB18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29A2007-B81E-83EA-A301-59FEFF75E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7267"/>
            <a:ext cx="12192000" cy="24807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CDC2DCC-4E19-C9DF-FF9B-8DDB9B85D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474133"/>
            <a:ext cx="11303000" cy="5909733"/>
          </a:xfrm>
          <a:prstGeom prst="rect">
            <a:avLst/>
          </a:prstGeom>
          <a:effectLst>
            <a:outerShdw blurRad="1953717" dist="340702" dir="5400000">
              <a:srgbClr val="A7A7A7">
                <a:alpha val="100000"/>
              </a:srgbClr>
            </a:outerShdw>
          </a:effectLst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A81AF36-CEB2-6606-066F-E6F2B51CA666}"/>
              </a:ext>
            </a:extLst>
          </p:cNvPr>
          <p:cNvSpPr txBox="1"/>
          <p:nvPr/>
        </p:nvSpPr>
        <p:spPr>
          <a:xfrm>
            <a:off x="1176867" y="753533"/>
            <a:ext cx="7831667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133" dirty="0">
                <a:solidFill>
                  <a:srgbClr val="0068F2"/>
                </a:solidFill>
                <a:latin typeface="LINE Seed Sans KR Bold"/>
                <a:ea typeface="LINE Seed Sans KR Bold"/>
              </a:rPr>
              <a:t>게임 컨셉</a:t>
            </a:r>
            <a:endParaRPr lang="en-US" altLang="ko-KR" sz="2133" dirty="0">
              <a:solidFill>
                <a:srgbClr val="0068F2"/>
              </a:solidFill>
              <a:latin typeface="LINE Seed Sans KR Bold"/>
              <a:ea typeface="LINE Seed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57AA249-3558-A6E5-119D-83FAA800AD8E}"/>
              </a:ext>
            </a:extLst>
          </p:cNvPr>
          <p:cNvSpPr txBox="1"/>
          <p:nvPr/>
        </p:nvSpPr>
        <p:spPr>
          <a:xfrm>
            <a:off x="1617134" y="381000"/>
            <a:ext cx="8957733" cy="753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267" spc="267" dirty="0">
                <a:solidFill>
                  <a:srgbClr val="FFFFFF"/>
                </a:solidFill>
                <a:latin typeface="+mj-ea"/>
                <a:ea typeface="+mj-ea"/>
              </a:rPr>
              <a:t>게임 컨셉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5B52A22-F1CD-070B-3748-6A0778D3AE51}"/>
              </a:ext>
            </a:extLst>
          </p:cNvPr>
          <p:cNvSpPr txBox="1"/>
          <p:nvPr/>
        </p:nvSpPr>
        <p:spPr>
          <a:xfrm>
            <a:off x="1176867" y="1227667"/>
            <a:ext cx="9059333" cy="12164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PVE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2D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RPG.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플레이어는 몬스터를 쓰러뜨리며 성장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최종적으로 보스가 존재하는 방에 도달해 게임을 클리어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5711418-5E26-C321-9468-79A64C38AD9F}"/>
              </a:ext>
            </a:extLst>
          </p:cNvPr>
          <p:cNvSpPr txBox="1"/>
          <p:nvPr/>
        </p:nvSpPr>
        <p:spPr>
          <a:xfrm>
            <a:off x="1176868" y="2686640"/>
            <a:ext cx="7831667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133" dirty="0">
                <a:solidFill>
                  <a:srgbClr val="0068F2"/>
                </a:solidFill>
                <a:latin typeface="LINE Seed Sans KR Bold"/>
                <a:ea typeface="LINE Seed Sans KR Bold"/>
              </a:rPr>
              <a:t>재미 요소</a:t>
            </a:r>
            <a:endParaRPr lang="en-US" altLang="ko-KR" sz="2133" dirty="0">
              <a:solidFill>
                <a:srgbClr val="0068F2"/>
              </a:solidFill>
              <a:latin typeface="LINE Seed Sans KR Bold"/>
              <a:ea typeface="LINE Seed Sans KR Bold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618009B-536E-2615-0780-D8278A226CB9}"/>
              </a:ext>
            </a:extLst>
          </p:cNvPr>
          <p:cNvSpPr txBox="1"/>
          <p:nvPr/>
        </p:nvSpPr>
        <p:spPr>
          <a:xfrm>
            <a:off x="1176867" y="3166358"/>
            <a:ext cx="9059333" cy="31440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캐릭터 성장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전투를 통해 아이템을 얻어 능력치 강화 및 새로운 기술을 해금한다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키 조합 액션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질주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2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단 점프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벽 타기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강하 등등 새로운 아이템을 얻게 되면 키 조합을 통한 기술을 해금해 플레이어는 사용할 수 있게 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몰입 요소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어두운 분위기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긴장감을 주는 배경음악</a:t>
            </a: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스테이지 기반 진행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각 스테이지마다 몬스터 수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강도가 달라짐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794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519C-8F52-1CAF-E320-C85EA604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801B16E-1ACE-4228-35E7-58FDF9F25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7267"/>
            <a:ext cx="12192000" cy="24807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B22C54C-140D-733E-9232-5E50296A1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474133"/>
            <a:ext cx="11303000" cy="5909733"/>
          </a:xfrm>
          <a:prstGeom prst="rect">
            <a:avLst/>
          </a:prstGeom>
          <a:effectLst>
            <a:outerShdw blurRad="1953717" dist="340702" dir="5400000">
              <a:srgbClr val="A7A7A7">
                <a:alpha val="100000"/>
              </a:srgbClr>
            </a:outerShdw>
          </a:effectLst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FB6B178-2E4E-87A2-C32B-A22FBCCE0BD9}"/>
              </a:ext>
            </a:extLst>
          </p:cNvPr>
          <p:cNvSpPr txBox="1"/>
          <p:nvPr/>
        </p:nvSpPr>
        <p:spPr>
          <a:xfrm>
            <a:off x="1176867" y="753533"/>
            <a:ext cx="7831667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133" dirty="0">
                <a:solidFill>
                  <a:srgbClr val="0068F2"/>
                </a:solidFill>
                <a:latin typeface="LINE Seed Sans KR Bold"/>
                <a:ea typeface="LINE Seed Sans KR Bold"/>
              </a:rPr>
              <a:t>게임 진행 흐름</a:t>
            </a:r>
            <a:endParaRPr lang="en-US" altLang="ko-KR" sz="2133" dirty="0">
              <a:solidFill>
                <a:srgbClr val="0068F2"/>
              </a:solidFill>
              <a:latin typeface="LINE Seed Sans KR Bold"/>
              <a:ea typeface="LINE Seed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C0E59C1-A1B5-AF50-92AB-880AA50F816D}"/>
              </a:ext>
            </a:extLst>
          </p:cNvPr>
          <p:cNvSpPr txBox="1"/>
          <p:nvPr/>
        </p:nvSpPr>
        <p:spPr>
          <a:xfrm>
            <a:off x="1617134" y="381000"/>
            <a:ext cx="8957733" cy="753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267" spc="267" dirty="0">
                <a:solidFill>
                  <a:srgbClr val="FFFFFF"/>
                </a:solidFill>
                <a:latin typeface="+mj-ea"/>
                <a:ea typeface="+mj-ea"/>
              </a:rPr>
              <a:t>게임 컨셉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9E672C3F-4B25-A6D9-B81F-DE76D1E52588}"/>
              </a:ext>
            </a:extLst>
          </p:cNvPr>
          <p:cNvSpPr txBox="1"/>
          <p:nvPr/>
        </p:nvSpPr>
        <p:spPr>
          <a:xfrm>
            <a:off x="4725296" y="3519251"/>
            <a:ext cx="6289837" cy="19770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키보드를 통해 전투를 진행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스테이지 초반에는 점프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공격과 같은 간단한 동작만을 이용 </a:t>
            </a: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 err="1">
                <a:solidFill>
                  <a:srgbClr val="000000"/>
                </a:solidFill>
                <a:latin typeface="LINE Seed Sans KR Regular"/>
              </a:rPr>
              <a:t>몬스터들을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 격파해 나가야 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</p:txBody>
      </p:sp>
      <p:pic>
        <p:nvPicPr>
          <p:cNvPr id="1028" name="Picture 4" descr="할로우나이트(Hollow Knight) 플레이 #1 - 명작 스팀 게임 : 네이버 블로그">
            <a:extLst>
              <a:ext uri="{FF2B5EF4-FFF2-40B4-BE49-F238E27FC236}">
                <a16:creationId xmlns:a16="http://schemas.microsoft.com/office/drawing/2014/main" id="{629089DC-8C1A-1302-0F95-F1381A442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7" y="1212358"/>
            <a:ext cx="3473777" cy="19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EB33E0E0-A814-B477-3C36-B5DD665934C4}"/>
              </a:ext>
            </a:extLst>
          </p:cNvPr>
          <p:cNvSpPr txBox="1"/>
          <p:nvPr/>
        </p:nvSpPr>
        <p:spPr>
          <a:xfrm>
            <a:off x="4725296" y="1212358"/>
            <a:ext cx="6289838" cy="19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메인 화면</a:t>
            </a: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간략하게 구성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게임시작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설정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게임종료 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가지 항목만 존재한다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게임 데이터는 내부적으로 세이브 포인트가 존재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자동으로 저장된다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</p:txBody>
      </p:sp>
      <p:pic>
        <p:nvPicPr>
          <p:cNvPr id="1032" name="Picture 8" descr="Prepare To Try: 할로우 나이트">
            <a:extLst>
              <a:ext uri="{FF2B5EF4-FFF2-40B4-BE49-F238E27FC236}">
                <a16:creationId xmlns:a16="http://schemas.microsoft.com/office/drawing/2014/main" id="{00D7D1F3-47E5-8AD9-70E9-184ECC64B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7" y="3517828"/>
            <a:ext cx="3517202" cy="197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71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6B85-E059-4894-9D2D-E178525C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356632-EA65-E0F7-F668-39A89FAA2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7267"/>
            <a:ext cx="12192000" cy="24807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4DEC9AD-3362-46F3-D279-0260DEBA6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474133"/>
            <a:ext cx="11303000" cy="5909733"/>
          </a:xfrm>
          <a:prstGeom prst="rect">
            <a:avLst/>
          </a:prstGeom>
          <a:effectLst>
            <a:outerShdw blurRad="1953717" dist="340702" dir="5400000">
              <a:srgbClr val="A7A7A7">
                <a:alpha val="100000"/>
              </a:srgbClr>
            </a:outerShdw>
          </a:effectLst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365CA228-697A-62C5-B458-F722FCEFE4D7}"/>
              </a:ext>
            </a:extLst>
          </p:cNvPr>
          <p:cNvSpPr txBox="1"/>
          <p:nvPr/>
        </p:nvSpPr>
        <p:spPr>
          <a:xfrm>
            <a:off x="1176867" y="753533"/>
            <a:ext cx="7831667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133" dirty="0">
                <a:solidFill>
                  <a:srgbClr val="0068F2"/>
                </a:solidFill>
                <a:latin typeface="LINE Seed Sans KR Bold"/>
                <a:ea typeface="LINE Seed Sans KR Bold"/>
              </a:rPr>
              <a:t>게임 진행 흐름</a:t>
            </a:r>
            <a:endParaRPr lang="en-US" altLang="ko-KR" sz="2133" dirty="0">
              <a:solidFill>
                <a:srgbClr val="0068F2"/>
              </a:solidFill>
              <a:latin typeface="LINE Seed Sans KR Bold"/>
              <a:ea typeface="LINE Seed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52CB8B-7863-7722-68A1-C3D3E178DC87}"/>
              </a:ext>
            </a:extLst>
          </p:cNvPr>
          <p:cNvSpPr txBox="1"/>
          <p:nvPr/>
        </p:nvSpPr>
        <p:spPr>
          <a:xfrm>
            <a:off x="1617134" y="381000"/>
            <a:ext cx="8957733" cy="753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267" spc="267" dirty="0">
                <a:solidFill>
                  <a:srgbClr val="FFFFFF"/>
                </a:solidFill>
                <a:latin typeface="+mj-ea"/>
                <a:ea typeface="+mj-ea"/>
              </a:rPr>
              <a:t>게임 컨셉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94C00F1-079E-3159-CCEC-908557D6FDEA}"/>
              </a:ext>
            </a:extLst>
          </p:cNvPr>
          <p:cNvSpPr txBox="1"/>
          <p:nvPr/>
        </p:nvSpPr>
        <p:spPr>
          <a:xfrm>
            <a:off x="4650643" y="3612384"/>
            <a:ext cx="6727510" cy="19770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스테이지 마지막에는 보스 몬스터가 존재하며 이 몬스터를 처치하면 게임이 클리어 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DC3FAA5-066C-D6C4-D09B-70F10EDB3A42}"/>
              </a:ext>
            </a:extLst>
          </p:cNvPr>
          <p:cNvSpPr txBox="1"/>
          <p:nvPr/>
        </p:nvSpPr>
        <p:spPr>
          <a:xfrm>
            <a:off x="3510491" y="1227666"/>
            <a:ext cx="6289838" cy="19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몬스터를 처치하면 일정 확률로 아이템이 </a:t>
            </a:r>
            <a:r>
              <a:rPr lang="ko-KR" altLang="en-US" sz="1600" dirty="0" err="1">
                <a:solidFill>
                  <a:srgbClr val="000000"/>
                </a:solidFill>
                <a:latin typeface="LINE Seed Sans KR Regular"/>
              </a:rPr>
              <a:t>드롭된다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아이템은 소지할 수 있는 개수가 정해져 있다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이 아이템들을 모아 캐릭터를 </a:t>
            </a:r>
            <a:r>
              <a:rPr lang="ko-KR" altLang="en-US" sz="1600" dirty="0" err="1">
                <a:solidFill>
                  <a:srgbClr val="000000"/>
                </a:solidFill>
                <a:latin typeface="LINE Seed Sans KR Regular"/>
              </a:rPr>
              <a:t>강화시켜</a:t>
            </a:r>
            <a:r>
              <a:rPr lang="ko-KR" altLang="en-US" sz="1600" dirty="0">
                <a:solidFill>
                  <a:srgbClr val="000000"/>
                </a:solidFill>
                <a:latin typeface="LINE Seed Sans KR Regular"/>
              </a:rPr>
              <a:t> 보스를 처치한다</a:t>
            </a:r>
            <a:r>
              <a:rPr lang="en-US" altLang="ko-KR" sz="1600" dirty="0">
                <a:solidFill>
                  <a:srgbClr val="000000"/>
                </a:solidFill>
                <a:latin typeface="LINE Seed Sans KR Regular"/>
              </a:rPr>
              <a:t>.</a:t>
            </a:r>
          </a:p>
          <a:p>
            <a:pPr lvl="0">
              <a:lnSpc>
                <a:spcPct val="136950"/>
              </a:lnSpc>
            </a:pPr>
            <a:endParaRPr lang="en-US" altLang="ko-KR" sz="1600" dirty="0">
              <a:solidFill>
                <a:srgbClr val="000000"/>
              </a:solidFill>
              <a:latin typeface="LINE Seed Sans KR Regular"/>
            </a:endParaRPr>
          </a:p>
        </p:txBody>
      </p:sp>
      <p:pic>
        <p:nvPicPr>
          <p:cNvPr id="2050" name="Picture 2" descr="동원대학교] 기획의 4요소를 중심으로 알아보는 게임 Hollow Knight : 네이버 블로그">
            <a:extLst>
              <a:ext uri="{FF2B5EF4-FFF2-40B4-BE49-F238E27FC236}">
                <a16:creationId xmlns:a16="http://schemas.microsoft.com/office/drawing/2014/main" id="{6451F21C-3CEC-A62A-F16A-8514C82E6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6" y="1227666"/>
            <a:ext cx="23336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할로우 나이트 보스 공략 : 광휘">
            <a:extLst>
              <a:ext uri="{FF2B5EF4-FFF2-40B4-BE49-F238E27FC236}">
                <a16:creationId xmlns:a16="http://schemas.microsoft.com/office/drawing/2014/main" id="{656DD74D-A0CA-9CD5-7744-6B5FED11C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6" y="3612384"/>
            <a:ext cx="3473777" cy="19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4DA5-3B7A-B08F-DABF-7FF2F90B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818562-1E61-E04D-6793-6761FF99B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7267"/>
            <a:ext cx="12192000" cy="248073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64F44F0-59E9-46BE-AC12-151CE04C6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474133"/>
            <a:ext cx="11303000" cy="5909733"/>
          </a:xfrm>
          <a:prstGeom prst="rect">
            <a:avLst/>
          </a:prstGeom>
          <a:effectLst>
            <a:outerShdw blurRad="1953717" dist="340702" dir="5400000">
              <a:srgbClr val="A7A7A7">
                <a:alpha val="100000"/>
              </a:srgbClr>
            </a:outerShdw>
          </a:effectLst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608DA5F1-F556-C041-3977-6813F499CF3D}"/>
              </a:ext>
            </a:extLst>
          </p:cNvPr>
          <p:cNvSpPr txBox="1"/>
          <p:nvPr/>
        </p:nvSpPr>
        <p:spPr>
          <a:xfrm>
            <a:off x="1176867" y="753533"/>
            <a:ext cx="7831667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133" dirty="0">
                <a:solidFill>
                  <a:srgbClr val="0068F2"/>
                </a:solidFill>
                <a:latin typeface="LINE Seed Sans KR Bold"/>
                <a:ea typeface="LINE Seed Sans KR Bold"/>
              </a:rPr>
              <a:t>개발 일정</a:t>
            </a:r>
            <a:endParaRPr lang="en-US" altLang="ko-KR" sz="2133" dirty="0">
              <a:solidFill>
                <a:srgbClr val="0068F2"/>
              </a:solidFill>
              <a:latin typeface="LINE Seed Sans KR Bold"/>
              <a:ea typeface="LINE Seed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B0AF2B-38D8-3C68-70C0-A706CB1FDFB8}"/>
              </a:ext>
            </a:extLst>
          </p:cNvPr>
          <p:cNvSpPr txBox="1"/>
          <p:nvPr/>
        </p:nvSpPr>
        <p:spPr>
          <a:xfrm>
            <a:off x="1617134" y="381000"/>
            <a:ext cx="8957733" cy="753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267" spc="267" dirty="0">
                <a:solidFill>
                  <a:srgbClr val="FFFFFF"/>
                </a:solidFill>
                <a:latin typeface="+mj-ea"/>
                <a:ea typeface="+mj-ea"/>
              </a:rPr>
              <a:t>게임 컨셉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619E715-DA9A-1AE2-8A56-69E3ECE99D4D}"/>
              </a:ext>
            </a:extLst>
          </p:cNvPr>
          <p:cNvSpPr txBox="1"/>
          <p:nvPr/>
        </p:nvSpPr>
        <p:spPr>
          <a:xfrm>
            <a:off x="1176867" y="1227665"/>
            <a:ext cx="7831666" cy="48768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1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캐릭터 이동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점프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기본 </a:t>
            </a:r>
            <a:r>
              <a:rPr lang="ko-KR" altLang="en-US" sz="2400" dirty="0" err="1">
                <a:solidFill>
                  <a:srgbClr val="000000"/>
                </a:solidFill>
                <a:latin typeface="LINE Seed Sans KR Regular"/>
              </a:rPr>
              <a:t>스프라이트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 구현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2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기본 몬스터 패턴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구현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3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충돌 처리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공격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/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피격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)</a:t>
            </a: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4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 – UI</a:t>
            </a: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5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보스 몬스터 패턴 구현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6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아이템 </a:t>
            </a:r>
            <a:r>
              <a:rPr lang="ko-KR" altLang="en-US" sz="2400" dirty="0" err="1">
                <a:solidFill>
                  <a:srgbClr val="000000"/>
                </a:solidFill>
                <a:latin typeface="LINE Seed Sans KR Regular"/>
              </a:rPr>
              <a:t>드롭시스템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 구현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7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사운드 배경 추가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8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밸런스 조정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버그 수정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  <a:p>
            <a:pPr lvl="0">
              <a:lnSpc>
                <a:spcPct val="13695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9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주차 </a:t>
            </a:r>
            <a:r>
              <a:rPr lang="en-US" altLang="ko-KR" sz="2400" dirty="0">
                <a:solidFill>
                  <a:srgbClr val="000000"/>
                </a:solidFill>
                <a:latin typeface="LINE Seed Sans KR Regular"/>
              </a:rPr>
              <a:t>– </a:t>
            </a:r>
            <a:r>
              <a:rPr lang="ko-KR" altLang="en-US" sz="2400" dirty="0">
                <a:solidFill>
                  <a:srgbClr val="000000"/>
                </a:solidFill>
                <a:latin typeface="LINE Seed Sans KR Regular"/>
              </a:rPr>
              <a:t>최종 빌드</a:t>
            </a:r>
            <a:endParaRPr lang="en-US" altLang="ko-KR" sz="2400" dirty="0">
              <a:solidFill>
                <a:srgbClr val="000000"/>
              </a:solidFill>
              <a:latin typeface="LINE Seed Sans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7740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436</Words>
  <Application>Microsoft Office PowerPoint</Application>
  <PresentationFormat>와이드스크린</PresentationFormat>
  <Paragraphs>62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LINE Seed Sans KR Bold</vt:lpstr>
      <vt:lpstr>LINE Seed Sans KR Regular</vt:lpstr>
      <vt:lpstr>맑은 고딕</vt:lpstr>
      <vt:lpstr>Malgun Gothic Semilight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함민규(2022184049)</dc:creator>
  <cp:lastModifiedBy>함민규(2022184049)</cp:lastModifiedBy>
  <cp:revision>2</cp:revision>
  <dcterms:created xsi:type="dcterms:W3CDTF">2025-10-01T10:45:09Z</dcterms:created>
  <dcterms:modified xsi:type="dcterms:W3CDTF">2025-10-01T11:50:00Z</dcterms:modified>
</cp:coreProperties>
</file>